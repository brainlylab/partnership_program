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y Grotesk Grand Bold" charset="1" panose="00000807000000000000"/>
      <p:regular r:id="rId14"/>
    </p:embeddedFont>
    <p:embeddedFont>
      <p:font typeface="Cy Grotesk Grand Semi-Bold" charset="1" panose="00000707000000000000"/>
      <p:regular r:id="rId15"/>
    </p:embeddedFont>
    <p:embeddedFont>
      <p:font typeface="Poppins Bold" charset="1" panose="00000800000000000000"/>
      <p:regular r:id="rId16"/>
    </p:embeddedFont>
    <p:embeddedFont>
      <p:font typeface="Poppins Light" charset="1" panose="00000400000000000000"/>
      <p:regular r:id="rId17"/>
    </p:embeddedFont>
    <p:embeddedFont>
      <p:font typeface="League Spartan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130" y="1198538"/>
            <a:ext cx="714784" cy="1059652"/>
          </a:xfrm>
          <a:custGeom>
            <a:avLst/>
            <a:gdLst/>
            <a:ahLst/>
            <a:cxnLst/>
            <a:rect r="r" b="b" t="t" l="l"/>
            <a:pathLst>
              <a:path h="1059652" w="714784">
                <a:moveTo>
                  <a:pt x="0" y="0"/>
                </a:moveTo>
                <a:lnTo>
                  <a:pt x="714784" y="0"/>
                </a:lnTo>
                <a:lnTo>
                  <a:pt x="714784" y="1059652"/>
                </a:lnTo>
                <a:lnTo>
                  <a:pt x="0" y="105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247648"/>
            <a:ext cx="18288000" cy="2039352"/>
            <a:chOff x="0" y="0"/>
            <a:chExt cx="4816593" cy="5371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37113"/>
            </a:xfrm>
            <a:custGeom>
              <a:avLst/>
              <a:gdLst/>
              <a:ahLst/>
              <a:cxnLst/>
              <a:rect r="r" b="b" t="t" l="l"/>
              <a:pathLst>
                <a:path h="5371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37113"/>
                  </a:lnTo>
                  <a:lnTo>
                    <a:pt x="0" y="53711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594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6251" y="7779047"/>
            <a:ext cx="8650020" cy="1479253"/>
            <a:chOff x="0" y="0"/>
            <a:chExt cx="2278194" cy="3895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8194" cy="389597"/>
            </a:xfrm>
            <a:custGeom>
              <a:avLst/>
              <a:gdLst/>
              <a:ahLst/>
              <a:cxnLst/>
              <a:rect r="r" b="b" t="t" l="l"/>
              <a:pathLst>
                <a:path h="389597" w="2278194">
                  <a:moveTo>
                    <a:pt x="0" y="0"/>
                  </a:moveTo>
                  <a:lnTo>
                    <a:pt x="2278194" y="0"/>
                  </a:lnTo>
                  <a:lnTo>
                    <a:pt x="2278194" y="389597"/>
                  </a:lnTo>
                  <a:lnTo>
                    <a:pt x="0" y="389597"/>
                  </a:lnTo>
                  <a:close/>
                </a:path>
              </a:pathLst>
            </a:custGeom>
            <a:solidFill>
              <a:srgbClr val="035D9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78194" cy="446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99737" y="8789070"/>
            <a:ext cx="469230" cy="469230"/>
            <a:chOff x="0" y="0"/>
            <a:chExt cx="123583" cy="1235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49993" y="8789070"/>
            <a:ext cx="469230" cy="469230"/>
            <a:chOff x="0" y="0"/>
            <a:chExt cx="123583" cy="1235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18522" y="5708412"/>
            <a:ext cx="13997235" cy="87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8"/>
              </a:lnSpc>
            </a:pPr>
            <a:r>
              <a:rPr lang="en-US" sz="6116" b="true">
                <a:solidFill>
                  <a:srgbClr val="035D91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BRAINLY HQ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200248" y="8789070"/>
            <a:ext cx="469230" cy="469230"/>
            <a:chOff x="0" y="0"/>
            <a:chExt cx="123583" cy="1235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18757" y="4228902"/>
            <a:ext cx="6150721" cy="3463290"/>
            <a:chOff x="0" y="0"/>
            <a:chExt cx="1443514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43514" cy="812800"/>
            </a:xfrm>
            <a:custGeom>
              <a:avLst/>
              <a:gdLst/>
              <a:ahLst/>
              <a:cxnLst/>
              <a:rect r="r" b="b" t="t" l="l"/>
              <a:pathLst>
                <a:path h="812800" w="1443514">
                  <a:moveTo>
                    <a:pt x="0" y="0"/>
                  </a:moveTo>
                  <a:lnTo>
                    <a:pt x="1443514" y="0"/>
                  </a:lnTo>
                  <a:lnTo>
                    <a:pt x="144351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9051" r="0" b="-9051"/>
              </a:stretch>
            </a:blipFill>
          </p:spPr>
        </p:sp>
      </p:grpSp>
      <p:sp>
        <p:nvSpPr>
          <p:cNvPr name="AutoShape 21" id="21"/>
          <p:cNvSpPr/>
          <p:nvPr/>
        </p:nvSpPr>
        <p:spPr>
          <a:xfrm>
            <a:off x="1618522" y="6735428"/>
            <a:ext cx="6492240" cy="0"/>
          </a:xfrm>
          <a:prstGeom prst="line">
            <a:avLst/>
          </a:prstGeom>
          <a:ln cap="flat" w="38100">
            <a:solidFill>
              <a:srgbClr val="2E2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6752353" y="1244296"/>
            <a:ext cx="1013895" cy="1013895"/>
          </a:xfrm>
          <a:custGeom>
            <a:avLst/>
            <a:gdLst/>
            <a:ahLst/>
            <a:cxnLst/>
            <a:rect r="r" b="b" t="t" l="l"/>
            <a:pathLst>
              <a:path h="1013895" w="1013895">
                <a:moveTo>
                  <a:pt x="0" y="0"/>
                </a:moveTo>
                <a:lnTo>
                  <a:pt x="1013894" y="0"/>
                </a:lnTo>
                <a:lnTo>
                  <a:pt x="1013894" y="1013894"/>
                </a:lnTo>
                <a:lnTo>
                  <a:pt x="0" y="1013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61130" y="2732937"/>
            <a:ext cx="13485049" cy="79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2"/>
              </a:lnSpc>
            </a:pPr>
            <a:r>
              <a:rPr lang="en-US" sz="5493" b="true">
                <a:solidFill>
                  <a:srgbClr val="2E2D2E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PARTNERSHIP HQ WEBSITE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53989" y="1555498"/>
            <a:ext cx="161548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7"/>
              </a:lnSpc>
              <a:spcBef>
                <a:spcPct val="0"/>
              </a:spcBef>
            </a:pPr>
            <a:r>
              <a:rPr lang="en-US" b="true" sz="2199">
                <a:solidFill>
                  <a:srgbClr val="035D91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44102" y="1555498"/>
            <a:ext cx="280656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BRAINLY CORE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18522" y="8645376"/>
            <a:ext cx="1728865" cy="3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Prepared by 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47386" y="8645376"/>
            <a:ext cx="245276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 Galaxxieyy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64" r="-5691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70391" y="1244469"/>
            <a:ext cx="188909" cy="967791"/>
            <a:chOff x="0" y="0"/>
            <a:chExt cx="49754" cy="2548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54" cy="254891"/>
            </a:xfrm>
            <a:custGeom>
              <a:avLst/>
              <a:gdLst/>
              <a:ahLst/>
              <a:cxnLst/>
              <a:rect r="r" b="b" t="t" l="l"/>
              <a:pathLst>
                <a:path h="254891" w="49754">
                  <a:moveTo>
                    <a:pt x="0" y="0"/>
                  </a:moveTo>
                  <a:lnTo>
                    <a:pt x="49754" y="0"/>
                  </a:lnTo>
                  <a:lnTo>
                    <a:pt x="49754" y="254891"/>
                  </a:lnTo>
                  <a:lnTo>
                    <a:pt x="0" y="254891"/>
                  </a:lnTo>
                  <a:close/>
                </a:path>
              </a:pathLst>
            </a:custGeom>
            <a:solidFill>
              <a:srgbClr val="035D9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9754" cy="312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61130" y="1198538"/>
            <a:ext cx="714784" cy="1059652"/>
          </a:xfrm>
          <a:custGeom>
            <a:avLst/>
            <a:gdLst/>
            <a:ahLst/>
            <a:cxnLst/>
            <a:rect r="r" b="b" t="t" l="l"/>
            <a:pathLst>
              <a:path h="1059652" w="714784">
                <a:moveTo>
                  <a:pt x="0" y="0"/>
                </a:moveTo>
                <a:lnTo>
                  <a:pt x="714784" y="0"/>
                </a:lnTo>
                <a:lnTo>
                  <a:pt x="714784" y="1059652"/>
                </a:lnTo>
                <a:lnTo>
                  <a:pt x="0" y="1059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02231" y="3049094"/>
            <a:ext cx="12683538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50"/>
              </a:lnSpc>
            </a:pPr>
            <a:r>
              <a:rPr lang="en-US" sz="9000">
                <a:solidFill>
                  <a:srgbClr val="035D9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50000" y="1555498"/>
            <a:ext cx="819479" cy="33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7"/>
              </a:lnSpc>
              <a:spcBef>
                <a:spcPct val="0"/>
              </a:spcBef>
            </a:pPr>
            <a:r>
              <a:rPr lang="en-US" b="true" sz="2199">
                <a:solidFill>
                  <a:srgbClr val="035D91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5914" y="1555536"/>
            <a:ext cx="280656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BRAINLY 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28261" y="4911831"/>
            <a:ext cx="14231478" cy="328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7"/>
              </a:lnSpc>
            </a:pPr>
            <a:r>
              <a:rPr lang="en-US" sz="4626">
                <a:solidFill>
                  <a:srgbClr val="2E2D2E"/>
                </a:solidFill>
                <a:latin typeface="Poppins"/>
                <a:ea typeface="Poppins"/>
                <a:cs typeface="Poppins"/>
                <a:sym typeface="Poppins"/>
              </a:rPr>
              <a:t>Welcome to Partnership HQ. This website helps people connect, work together, and grow. We also give support, ideas, and opportunities for better partnerships.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8522" y="2646002"/>
            <a:ext cx="12275364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0"/>
              </a:lnSpc>
            </a:pPr>
            <a:r>
              <a:rPr lang="en-US" sz="9000" b="true">
                <a:solidFill>
                  <a:srgbClr val="2E2D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ABOUT US</a:t>
            </a:r>
          </a:p>
        </p:txBody>
      </p:sp>
      <p:sp>
        <p:nvSpPr>
          <p:cNvPr name="AutoShape 3" id="3"/>
          <p:cNvSpPr/>
          <p:nvPr/>
        </p:nvSpPr>
        <p:spPr>
          <a:xfrm>
            <a:off x="1618522" y="7047104"/>
            <a:ext cx="13033152" cy="0"/>
          </a:xfrm>
          <a:prstGeom prst="line">
            <a:avLst/>
          </a:prstGeom>
          <a:ln cap="flat" w="9525">
            <a:solidFill>
              <a:srgbClr val="2E2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618522" y="3933707"/>
            <a:ext cx="8920505" cy="257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2E2D2E"/>
                </a:solidFill>
                <a:latin typeface="Poppins"/>
                <a:ea typeface="Poppins"/>
                <a:cs typeface="Poppins"/>
                <a:sym typeface="Poppins"/>
              </a:rPr>
              <a:t>Partnership HQ is a project made to help people build strong connections and teamwork. Our goal is to create a friendly and helpful community where everyone can share ideas and succeed together.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099737" y="8789070"/>
            <a:ext cx="469230" cy="469230"/>
            <a:chOff x="0" y="0"/>
            <a:chExt cx="123583" cy="1235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49993" y="8789070"/>
            <a:ext cx="469230" cy="469230"/>
            <a:chOff x="0" y="0"/>
            <a:chExt cx="123583" cy="1235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18522" y="8645376"/>
            <a:ext cx="1728865" cy="3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Prepared by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47386" y="8645376"/>
            <a:ext cx="2452762" cy="3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Claudia Alves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200248" y="8789070"/>
            <a:ext cx="469230" cy="469230"/>
            <a:chOff x="0" y="0"/>
            <a:chExt cx="123583" cy="1235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70391" y="1244469"/>
            <a:ext cx="188909" cy="967791"/>
            <a:chOff x="0" y="0"/>
            <a:chExt cx="49754" cy="254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754" cy="254891"/>
            </a:xfrm>
            <a:custGeom>
              <a:avLst/>
              <a:gdLst/>
              <a:ahLst/>
              <a:cxnLst/>
              <a:rect r="r" b="b" t="t" l="l"/>
              <a:pathLst>
                <a:path h="254891" w="49754">
                  <a:moveTo>
                    <a:pt x="0" y="0"/>
                  </a:moveTo>
                  <a:lnTo>
                    <a:pt x="49754" y="0"/>
                  </a:lnTo>
                  <a:lnTo>
                    <a:pt x="49754" y="254891"/>
                  </a:lnTo>
                  <a:lnTo>
                    <a:pt x="0" y="254891"/>
                  </a:lnTo>
                  <a:close/>
                </a:path>
              </a:pathLst>
            </a:custGeom>
            <a:solidFill>
              <a:srgbClr val="035D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9754" cy="312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850000" y="1555498"/>
            <a:ext cx="819479" cy="33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7"/>
              </a:lnSpc>
              <a:spcBef>
                <a:spcPct val="0"/>
              </a:spcBef>
            </a:pPr>
            <a:r>
              <a:rPr lang="en-US" b="true" sz="2199">
                <a:solidFill>
                  <a:srgbClr val="035D91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75914" y="1585933"/>
            <a:ext cx="280656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BRAINLY CORE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61130" y="1198538"/>
            <a:ext cx="714784" cy="1059652"/>
          </a:xfrm>
          <a:custGeom>
            <a:avLst/>
            <a:gdLst/>
            <a:ahLst/>
            <a:cxnLst/>
            <a:rect r="r" b="b" t="t" l="l"/>
            <a:pathLst>
              <a:path h="1059652" w="714784">
                <a:moveTo>
                  <a:pt x="0" y="0"/>
                </a:moveTo>
                <a:lnTo>
                  <a:pt x="714784" y="0"/>
                </a:lnTo>
                <a:lnTo>
                  <a:pt x="714784" y="1059652"/>
                </a:lnTo>
                <a:lnTo>
                  <a:pt x="0" y="105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8522" y="2703152"/>
            <a:ext cx="11253405" cy="169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1"/>
              </a:lnSpc>
            </a:pPr>
            <a:r>
              <a:rPr lang="en-US" sz="6055" b="true">
                <a:solidFill>
                  <a:srgbClr val="2E2D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CATEGORIES ON THE WEBSITE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8522" y="5622118"/>
            <a:ext cx="8557642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E2D2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E2D2E"/>
                </a:solidFill>
                <a:latin typeface="Poppins Light"/>
                <a:ea typeface="Poppins Light"/>
                <a:cs typeface="Poppins Light"/>
                <a:sym typeface="Poppins Light"/>
              </a:rPr>
              <a:t>Partners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E2D2E"/>
                </a:solidFill>
                <a:latin typeface="Poppins Light"/>
                <a:ea typeface="Poppins Light"/>
                <a:cs typeface="Poppins Light"/>
                <a:sym typeface="Poppins Light"/>
              </a:rPr>
              <a:t>Services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E2D2E"/>
                </a:solidFill>
                <a:latin typeface="Poppins Light"/>
                <a:ea typeface="Poppins Light"/>
                <a:cs typeface="Poppins Light"/>
                <a:sym typeface="Poppins Light"/>
              </a:rPr>
              <a:t>News and Updates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2E2D2E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Contact</a:t>
            </a:r>
          </a:p>
        </p:txBody>
      </p:sp>
      <p:sp>
        <p:nvSpPr>
          <p:cNvPr name="AutoShape 4" id="4"/>
          <p:cNvSpPr/>
          <p:nvPr/>
        </p:nvSpPr>
        <p:spPr>
          <a:xfrm>
            <a:off x="1618522" y="5329780"/>
            <a:ext cx="6226554" cy="0"/>
          </a:xfrm>
          <a:prstGeom prst="line">
            <a:avLst/>
          </a:prstGeom>
          <a:ln cap="flat" w="9525">
            <a:solidFill>
              <a:srgbClr val="2E2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18522" y="4713638"/>
            <a:ext cx="8920505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2E2D2E"/>
                </a:solidFill>
                <a:latin typeface="Poppins"/>
                <a:ea typeface="Poppins"/>
                <a:cs typeface="Poppins"/>
                <a:sym typeface="Poppins"/>
              </a:rPr>
              <a:t>Put the following: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518757" y="2646002"/>
            <a:ext cx="6740543" cy="4049043"/>
            <a:chOff x="0" y="0"/>
            <a:chExt cx="1581939" cy="950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1939" cy="950270"/>
            </a:xfrm>
            <a:custGeom>
              <a:avLst/>
              <a:gdLst/>
              <a:ahLst/>
              <a:cxnLst/>
              <a:rect r="r" b="b" t="t" l="l"/>
              <a:pathLst>
                <a:path h="950270" w="1581939">
                  <a:moveTo>
                    <a:pt x="0" y="0"/>
                  </a:moveTo>
                  <a:lnTo>
                    <a:pt x="1581939" y="0"/>
                  </a:lnTo>
                  <a:lnTo>
                    <a:pt x="1581939" y="950270"/>
                  </a:lnTo>
                  <a:lnTo>
                    <a:pt x="0" y="950270"/>
                  </a:lnTo>
                  <a:close/>
                </a:path>
              </a:pathLst>
            </a:custGeom>
            <a:blipFill>
              <a:blip r:embed="rId2"/>
              <a:stretch>
                <a:fillRect l="0" t="-12427" r="0" b="-124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070391" y="1244469"/>
            <a:ext cx="188909" cy="967791"/>
            <a:chOff x="0" y="0"/>
            <a:chExt cx="49754" cy="2548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754" cy="254891"/>
            </a:xfrm>
            <a:custGeom>
              <a:avLst/>
              <a:gdLst/>
              <a:ahLst/>
              <a:cxnLst/>
              <a:rect r="r" b="b" t="t" l="l"/>
              <a:pathLst>
                <a:path h="254891" w="49754">
                  <a:moveTo>
                    <a:pt x="0" y="0"/>
                  </a:moveTo>
                  <a:lnTo>
                    <a:pt x="49754" y="0"/>
                  </a:lnTo>
                  <a:lnTo>
                    <a:pt x="49754" y="254891"/>
                  </a:lnTo>
                  <a:lnTo>
                    <a:pt x="0" y="254891"/>
                  </a:lnTo>
                  <a:close/>
                </a:path>
              </a:pathLst>
            </a:custGeom>
            <a:solidFill>
              <a:srgbClr val="035D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9754" cy="312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850000" y="1555498"/>
            <a:ext cx="819479" cy="33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7"/>
              </a:lnSpc>
              <a:spcBef>
                <a:spcPct val="0"/>
              </a:spcBef>
            </a:pPr>
            <a:r>
              <a:rPr lang="en-US" b="true" sz="2199">
                <a:solidFill>
                  <a:srgbClr val="035D91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5914" y="1585933"/>
            <a:ext cx="280656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BRAINLY CORE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099737" y="8789070"/>
            <a:ext cx="469230" cy="469230"/>
            <a:chOff x="0" y="0"/>
            <a:chExt cx="123583" cy="1235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149993" y="8789070"/>
            <a:ext cx="469230" cy="469230"/>
            <a:chOff x="0" y="0"/>
            <a:chExt cx="123583" cy="1235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18522" y="8645376"/>
            <a:ext cx="1728865" cy="3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Prepared by 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200248" y="8789070"/>
            <a:ext cx="469230" cy="469230"/>
            <a:chOff x="0" y="0"/>
            <a:chExt cx="123583" cy="1235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61130" y="1198538"/>
            <a:ext cx="714784" cy="1059652"/>
          </a:xfrm>
          <a:custGeom>
            <a:avLst/>
            <a:gdLst/>
            <a:ahLst/>
            <a:cxnLst/>
            <a:rect r="r" b="b" t="t" l="l"/>
            <a:pathLst>
              <a:path h="1059652" w="714784">
                <a:moveTo>
                  <a:pt x="0" y="0"/>
                </a:moveTo>
                <a:lnTo>
                  <a:pt x="714784" y="0"/>
                </a:lnTo>
                <a:lnTo>
                  <a:pt x="714784" y="1059652"/>
                </a:lnTo>
                <a:lnTo>
                  <a:pt x="0" y="1059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70391" y="1244469"/>
            <a:ext cx="188909" cy="967791"/>
            <a:chOff x="0" y="0"/>
            <a:chExt cx="49754" cy="254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54" cy="254891"/>
            </a:xfrm>
            <a:custGeom>
              <a:avLst/>
              <a:gdLst/>
              <a:ahLst/>
              <a:cxnLst/>
              <a:rect r="r" b="b" t="t" l="l"/>
              <a:pathLst>
                <a:path h="254891" w="49754">
                  <a:moveTo>
                    <a:pt x="0" y="0"/>
                  </a:moveTo>
                  <a:lnTo>
                    <a:pt x="49754" y="0"/>
                  </a:lnTo>
                  <a:lnTo>
                    <a:pt x="49754" y="254891"/>
                  </a:lnTo>
                  <a:lnTo>
                    <a:pt x="0" y="254891"/>
                  </a:lnTo>
                  <a:close/>
                </a:path>
              </a:pathLst>
            </a:custGeom>
            <a:solidFill>
              <a:srgbClr val="035D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754" cy="312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75914" y="1555536"/>
            <a:ext cx="280656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BRAINLY CORE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99737" y="8789070"/>
            <a:ext cx="469230" cy="469230"/>
            <a:chOff x="0" y="0"/>
            <a:chExt cx="123583" cy="1235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149993" y="8789070"/>
            <a:ext cx="469230" cy="469230"/>
            <a:chOff x="0" y="0"/>
            <a:chExt cx="123583" cy="1235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00248" y="8789070"/>
            <a:ext cx="469230" cy="469230"/>
            <a:chOff x="0" y="0"/>
            <a:chExt cx="123583" cy="1235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61130" y="1198538"/>
            <a:ext cx="714784" cy="1059652"/>
          </a:xfrm>
          <a:custGeom>
            <a:avLst/>
            <a:gdLst/>
            <a:ahLst/>
            <a:cxnLst/>
            <a:rect r="r" b="b" t="t" l="l"/>
            <a:pathLst>
              <a:path h="1059652" w="714784">
                <a:moveTo>
                  <a:pt x="0" y="0"/>
                </a:moveTo>
                <a:lnTo>
                  <a:pt x="714784" y="0"/>
                </a:lnTo>
                <a:lnTo>
                  <a:pt x="714784" y="1059652"/>
                </a:lnTo>
                <a:lnTo>
                  <a:pt x="0" y="105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323221" y="2258190"/>
            <a:ext cx="6346257" cy="5946678"/>
          </a:xfrm>
          <a:custGeom>
            <a:avLst/>
            <a:gdLst/>
            <a:ahLst/>
            <a:cxnLst/>
            <a:rect r="r" b="b" t="t" l="l"/>
            <a:pathLst>
              <a:path h="5946678" w="6346257">
                <a:moveTo>
                  <a:pt x="0" y="0"/>
                </a:moveTo>
                <a:lnTo>
                  <a:pt x="6346257" y="0"/>
                </a:lnTo>
                <a:lnTo>
                  <a:pt x="6346257" y="5946678"/>
                </a:lnTo>
                <a:lnTo>
                  <a:pt x="0" y="5946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18522" y="3203701"/>
            <a:ext cx="7233261" cy="271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0"/>
              </a:lnSpc>
            </a:pPr>
            <a:r>
              <a:rPr lang="en-US" sz="9000" b="true">
                <a:solidFill>
                  <a:srgbClr val="2E2D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 OFFER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1130" y="6128237"/>
            <a:ext cx="8920505" cy="257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2E2D2E"/>
                </a:solidFill>
                <a:latin typeface="Poppins"/>
                <a:ea typeface="Poppins"/>
                <a:cs typeface="Poppins"/>
                <a:sym typeface="Poppins"/>
              </a:rPr>
              <a:t>We offer support for teamwork, project planning, communication, and partnership building. We also provide updates and opportunities that can help people improve their projects and ideas.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50000" y="1555498"/>
            <a:ext cx="819479" cy="33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7"/>
              </a:lnSpc>
              <a:spcBef>
                <a:spcPct val="0"/>
              </a:spcBef>
            </a:pPr>
            <a:r>
              <a:rPr lang="en-US" b="true" sz="2199">
                <a:solidFill>
                  <a:srgbClr val="035D91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8522" y="8645376"/>
            <a:ext cx="1728865" cy="3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Prepared by 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47386" y="8645376"/>
            <a:ext cx="2452762" cy="3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Claudia Alves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18522" y="7357572"/>
            <a:ext cx="6492240" cy="0"/>
          </a:xfrm>
          <a:prstGeom prst="line">
            <a:avLst/>
          </a:prstGeom>
          <a:ln cap="flat" w="9525">
            <a:solidFill>
              <a:srgbClr val="2E2D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070391" y="1244469"/>
            <a:ext cx="188909" cy="967791"/>
            <a:chOff x="0" y="0"/>
            <a:chExt cx="49754" cy="2548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54" cy="254891"/>
            </a:xfrm>
            <a:custGeom>
              <a:avLst/>
              <a:gdLst/>
              <a:ahLst/>
              <a:cxnLst/>
              <a:rect r="r" b="b" t="t" l="l"/>
              <a:pathLst>
                <a:path h="254891" w="49754">
                  <a:moveTo>
                    <a:pt x="0" y="0"/>
                  </a:moveTo>
                  <a:lnTo>
                    <a:pt x="49754" y="0"/>
                  </a:lnTo>
                  <a:lnTo>
                    <a:pt x="49754" y="254891"/>
                  </a:lnTo>
                  <a:lnTo>
                    <a:pt x="0" y="254891"/>
                  </a:lnTo>
                  <a:close/>
                </a:path>
              </a:pathLst>
            </a:custGeom>
            <a:solidFill>
              <a:srgbClr val="035D9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9754" cy="312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75914" y="1583850"/>
            <a:ext cx="280656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BRAINLY CORE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099737" y="8789070"/>
            <a:ext cx="469230" cy="469230"/>
            <a:chOff x="0" y="0"/>
            <a:chExt cx="123583" cy="1235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149993" y="8789070"/>
            <a:ext cx="469230" cy="469230"/>
            <a:chOff x="0" y="0"/>
            <a:chExt cx="123583" cy="1235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0248" y="8789070"/>
            <a:ext cx="469230" cy="469230"/>
            <a:chOff x="0" y="0"/>
            <a:chExt cx="123583" cy="1235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583" cy="123583"/>
            </a:xfrm>
            <a:custGeom>
              <a:avLst/>
              <a:gdLst/>
              <a:ahLst/>
              <a:cxnLst/>
              <a:rect r="r" b="b" t="t" l="l"/>
              <a:pathLst>
                <a:path h="123583" w="123583">
                  <a:moveTo>
                    <a:pt x="0" y="0"/>
                  </a:moveTo>
                  <a:lnTo>
                    <a:pt x="123583" y="0"/>
                  </a:lnTo>
                  <a:lnTo>
                    <a:pt x="123583" y="123583"/>
                  </a:lnTo>
                  <a:lnTo>
                    <a:pt x="0" y="123583"/>
                  </a:lnTo>
                  <a:close/>
                </a:path>
              </a:pathLst>
            </a:custGeom>
            <a:solidFill>
              <a:srgbClr val="2E2D2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3583" cy="180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61130" y="1198538"/>
            <a:ext cx="714784" cy="1059652"/>
          </a:xfrm>
          <a:custGeom>
            <a:avLst/>
            <a:gdLst/>
            <a:ahLst/>
            <a:cxnLst/>
            <a:rect r="r" b="b" t="t" l="l"/>
            <a:pathLst>
              <a:path h="1059652" w="714784">
                <a:moveTo>
                  <a:pt x="0" y="0"/>
                </a:moveTo>
                <a:lnTo>
                  <a:pt x="714784" y="0"/>
                </a:lnTo>
                <a:lnTo>
                  <a:pt x="714784" y="1059652"/>
                </a:lnTo>
                <a:lnTo>
                  <a:pt x="0" y="105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609631" y="3034593"/>
            <a:ext cx="9995200" cy="4185490"/>
          </a:xfrm>
          <a:custGeom>
            <a:avLst/>
            <a:gdLst/>
            <a:ahLst/>
            <a:cxnLst/>
            <a:rect r="r" b="b" t="t" l="l"/>
            <a:pathLst>
              <a:path h="4185490" w="9995200">
                <a:moveTo>
                  <a:pt x="0" y="0"/>
                </a:moveTo>
                <a:lnTo>
                  <a:pt x="9995201" y="0"/>
                </a:lnTo>
                <a:lnTo>
                  <a:pt x="9995201" y="4185490"/>
                </a:lnTo>
                <a:lnTo>
                  <a:pt x="0" y="4185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18522" y="3091743"/>
            <a:ext cx="6810134" cy="85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1"/>
              </a:lnSpc>
            </a:pPr>
            <a:r>
              <a:rPr lang="en-US" sz="6055" b="true">
                <a:solidFill>
                  <a:srgbClr val="2E2D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8522" y="4326012"/>
            <a:ext cx="6130451" cy="257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2E2D2E"/>
                </a:solidFill>
                <a:latin typeface="Poppins"/>
                <a:ea typeface="Poppins"/>
                <a:cs typeface="Poppins"/>
                <a:sym typeface="Poppins"/>
              </a:rPr>
              <a:t>People who want to join should be respectful, active, and willing to cooperate with others. They should also follow the rules and goals of the project.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50000" y="1555498"/>
            <a:ext cx="819479" cy="33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7"/>
              </a:lnSpc>
              <a:spcBef>
                <a:spcPct val="0"/>
              </a:spcBef>
            </a:pPr>
            <a:r>
              <a:rPr lang="en-US" b="true" sz="2199">
                <a:solidFill>
                  <a:srgbClr val="035D91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18522" y="8645376"/>
            <a:ext cx="1728865" cy="3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Prepared by 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47386" y="8645376"/>
            <a:ext cx="2452762" cy="3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Claudia Alves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70391" y="1244469"/>
            <a:ext cx="188909" cy="967791"/>
            <a:chOff x="0" y="0"/>
            <a:chExt cx="49754" cy="254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54" cy="254891"/>
            </a:xfrm>
            <a:custGeom>
              <a:avLst/>
              <a:gdLst/>
              <a:ahLst/>
              <a:cxnLst/>
              <a:rect r="r" b="b" t="t" l="l"/>
              <a:pathLst>
                <a:path h="254891" w="49754">
                  <a:moveTo>
                    <a:pt x="0" y="0"/>
                  </a:moveTo>
                  <a:lnTo>
                    <a:pt x="49754" y="0"/>
                  </a:lnTo>
                  <a:lnTo>
                    <a:pt x="49754" y="254891"/>
                  </a:lnTo>
                  <a:lnTo>
                    <a:pt x="0" y="254891"/>
                  </a:lnTo>
                  <a:close/>
                </a:path>
              </a:pathLst>
            </a:custGeom>
            <a:solidFill>
              <a:srgbClr val="035D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754" cy="312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1130" y="1198538"/>
            <a:ext cx="714784" cy="1059652"/>
          </a:xfrm>
          <a:custGeom>
            <a:avLst/>
            <a:gdLst/>
            <a:ahLst/>
            <a:cxnLst/>
            <a:rect r="r" b="b" t="t" l="l"/>
            <a:pathLst>
              <a:path h="1059652" w="714784">
                <a:moveTo>
                  <a:pt x="0" y="0"/>
                </a:moveTo>
                <a:lnTo>
                  <a:pt x="714784" y="0"/>
                </a:lnTo>
                <a:lnTo>
                  <a:pt x="714784" y="1059652"/>
                </a:lnTo>
                <a:lnTo>
                  <a:pt x="0" y="105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25772" y="3332480"/>
            <a:ext cx="15733528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0"/>
              </a:lnSpc>
            </a:pPr>
            <a:r>
              <a:rPr lang="en-US" sz="9000" b="true">
                <a:solidFill>
                  <a:srgbClr val="2E2D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8522" y="5067300"/>
            <a:ext cx="6186633" cy="205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2E2D2E"/>
                </a:solidFill>
                <a:latin typeface="Poppins"/>
                <a:ea typeface="Poppins"/>
                <a:cs typeface="Poppins"/>
                <a:sym typeface="Poppins"/>
              </a:rPr>
              <a:t>Our mission is to help people build better partnerships through teamwork, trust, and communication.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50000" y="1555498"/>
            <a:ext cx="819479" cy="33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7"/>
              </a:lnSpc>
              <a:spcBef>
                <a:spcPct val="0"/>
              </a:spcBef>
            </a:pPr>
            <a:r>
              <a:rPr lang="en-US" b="true" sz="2199">
                <a:solidFill>
                  <a:srgbClr val="035D91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4445" y="1555536"/>
            <a:ext cx="280656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BRAINLY 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3068" y="3332480"/>
            <a:ext cx="15733528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0"/>
              </a:lnSpc>
            </a:pPr>
            <a:r>
              <a:rPr lang="en-US" sz="9000" b="true">
                <a:solidFill>
                  <a:srgbClr val="2E2D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83068" y="5067300"/>
            <a:ext cx="6376671" cy="205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2E2D2E"/>
                </a:solidFill>
                <a:latin typeface="Poppins"/>
                <a:ea typeface="Poppins"/>
                <a:cs typeface="Poppins"/>
                <a:sym typeface="Poppins"/>
              </a:rPr>
              <a:t>Our vision is to create a community where people help each other grow and succeed together.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70391" y="1244469"/>
            <a:ext cx="188909" cy="967791"/>
            <a:chOff x="0" y="0"/>
            <a:chExt cx="49754" cy="254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54" cy="254891"/>
            </a:xfrm>
            <a:custGeom>
              <a:avLst/>
              <a:gdLst/>
              <a:ahLst/>
              <a:cxnLst/>
              <a:rect r="r" b="b" t="t" l="l"/>
              <a:pathLst>
                <a:path h="254891" w="49754">
                  <a:moveTo>
                    <a:pt x="0" y="0"/>
                  </a:moveTo>
                  <a:lnTo>
                    <a:pt x="49754" y="0"/>
                  </a:lnTo>
                  <a:lnTo>
                    <a:pt x="49754" y="254891"/>
                  </a:lnTo>
                  <a:lnTo>
                    <a:pt x="0" y="254891"/>
                  </a:lnTo>
                  <a:close/>
                </a:path>
              </a:pathLst>
            </a:custGeom>
            <a:solidFill>
              <a:srgbClr val="035D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754" cy="312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1130" y="1198538"/>
            <a:ext cx="714784" cy="1059652"/>
          </a:xfrm>
          <a:custGeom>
            <a:avLst/>
            <a:gdLst/>
            <a:ahLst/>
            <a:cxnLst/>
            <a:rect r="r" b="b" t="t" l="l"/>
            <a:pathLst>
              <a:path h="1059652" w="714784">
                <a:moveTo>
                  <a:pt x="0" y="0"/>
                </a:moveTo>
                <a:lnTo>
                  <a:pt x="714784" y="0"/>
                </a:lnTo>
                <a:lnTo>
                  <a:pt x="714784" y="1059652"/>
                </a:lnTo>
                <a:lnTo>
                  <a:pt x="0" y="105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57117" y="8627149"/>
            <a:ext cx="857583" cy="857583"/>
          </a:xfrm>
          <a:custGeom>
            <a:avLst/>
            <a:gdLst/>
            <a:ahLst/>
            <a:cxnLst/>
            <a:rect r="r" b="b" t="t" l="l"/>
            <a:pathLst>
              <a:path h="857583" w="857583">
                <a:moveTo>
                  <a:pt x="0" y="0"/>
                </a:moveTo>
                <a:lnTo>
                  <a:pt x="857583" y="0"/>
                </a:lnTo>
                <a:lnTo>
                  <a:pt x="857583" y="857583"/>
                </a:lnTo>
                <a:lnTo>
                  <a:pt x="0" y="857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49871" y="3107863"/>
            <a:ext cx="27200258" cy="259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5"/>
              </a:lnSpc>
            </a:pPr>
            <a:r>
              <a:rPr lang="en-US" sz="15559" b="true">
                <a:solidFill>
                  <a:srgbClr val="2E2D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50000" y="1555498"/>
            <a:ext cx="81947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17"/>
              </a:lnSpc>
              <a:spcBef>
                <a:spcPct val="0"/>
              </a:spcBef>
            </a:pPr>
            <a:r>
              <a:rPr lang="en-US" b="true" sz="2199">
                <a:solidFill>
                  <a:srgbClr val="035D91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4445" y="1555536"/>
            <a:ext cx="2806569" cy="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BRAINLY 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62909" y="8721168"/>
            <a:ext cx="2806569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STAFF:</a:t>
            </a:r>
            <a:r>
              <a:rPr lang="en-US" sz="2199" b="true">
                <a:solidFill>
                  <a:srgbClr val="CB6CE6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 MOD GALAXXIEYY</a:t>
            </a:r>
            <a:r>
              <a:rPr lang="en-US" sz="2199" b="true">
                <a:solidFill>
                  <a:srgbClr val="2E2D2E"/>
                </a:solidFill>
                <a:latin typeface="Cy Grotesk Grand Semi-Bold"/>
                <a:ea typeface="Cy Grotesk Grand Semi-Bold"/>
                <a:cs typeface="Cy Grotesk Grand Semi-Bold"/>
                <a:sym typeface="Cy Grotesk Grand Semi-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DAHKdUNtqGc</dc:identifier>
  <dcterms:modified xsi:type="dcterms:W3CDTF">2011-08-01T06:04:30Z</dcterms:modified>
  <cp:revision>1</cp:revision>
  <dc:title>Blue and Gray Modern Strategic Partnership Proposal Presentation</dc:title>
</cp:coreProperties>
</file>